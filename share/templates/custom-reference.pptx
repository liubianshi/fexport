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Gill Sans MT"/>
              </a:rPr>
              <a:t>Click to move the slide</a:t>
            </a:r>
            <a:endParaRPr b="0" lang="en-US" sz="18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F196C2B3-CDC7-4DBD-BB6B-F7151DAA88F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Here is a note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With another paragraph.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2" name="Slide Number Placeholder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DDBF42E-4307-47CA-81A5-AC835D1FAC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A speaker note on this slide too.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5" name="Slide Number Placeholder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12F8E56-AC42-4616-BF31-C4D3728AC4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221400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332568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221400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332568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221400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332568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221400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332568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221400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332568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221400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332568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1102320" y="4258080"/>
            <a:ext cx="32875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2787120" y="263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2787120" y="4258080"/>
            <a:ext cx="160416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221400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3325680" y="263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110232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221400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 type="body"/>
          </p:nvPr>
        </p:nvSpPr>
        <p:spPr>
          <a:xfrm>
            <a:off x="3325680" y="4258080"/>
            <a:ext cx="10584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baf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02320" y="2386800"/>
            <a:ext cx="6939000" cy="1645560"/>
          </a:xfrm>
          <a:prstGeom prst="rect">
            <a:avLst/>
          </a:prstGeom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90000"/>
              </a:lnSpc>
            </a:pP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Click to edit </a:t>
            </a: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Master title style</a:t>
            </a:r>
            <a:endParaRPr b="0" lang="en-US" sz="35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8CB3037-9ED8-4880-A0FD-701E861482F6}" type="datetime">
              <a:rPr b="0" lang="en-US" sz="1000" spc="-1" strike="noStrike">
                <a:solidFill>
                  <a:srgbClr val="ffffff">
                    <a:alpha val="70000"/>
                  </a:srgbClr>
                </a:solidFill>
                <a:latin typeface="Gill Sans MT"/>
              </a:rPr>
              <a:t>7/18/21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38C83C72-BB8D-45B9-AA1F-5FFB3A4F3807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Gill Sans MT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Gill Sans MT"/>
              </a:rPr>
              <a:t>outline text format</a:t>
            </a:r>
            <a:endParaRPr b="0" lang="en-US" sz="1800" spc="-1" strike="noStrike">
              <a:solidFill>
                <a:srgbClr val="ffffff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Second Outline </a:t>
            </a: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Level</a:t>
            </a:r>
            <a:endParaRPr b="0" lang="en-US" sz="1600" spc="-1" strike="noStrike">
              <a:solidFill>
                <a:srgbClr val="ffffff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Third Outline </a:t>
            </a: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Level</a:t>
            </a:r>
            <a:endParaRPr b="0" lang="en-US" sz="1600" spc="-1" strike="noStrike">
              <a:solidFill>
                <a:srgbClr val="ffffff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Fourth </a:t>
            </a: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Outline </a:t>
            </a: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Level</a:t>
            </a:r>
            <a:endParaRPr b="0" lang="en-US" sz="1600" spc="-1" strike="noStrike">
              <a:solidFill>
                <a:srgbClr val="ffffff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Fifth 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Outlin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 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Six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th 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Out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lin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 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Lev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el</a:t>
            </a:r>
            <a:endParaRPr b="0" lang="en-US" sz="2000" spc="-1" strike="noStrike">
              <a:solidFill>
                <a:srgbClr val="ffffff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S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v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n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t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h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O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u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t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l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i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n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L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v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l</a:t>
            </a:r>
            <a:endParaRPr b="0" lang="en-US" sz="2000" spc="-1" strike="noStrike">
              <a:solidFill>
                <a:srgbClr val="ffffff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Click to edit Master title style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Click to edit Master </a:t>
            </a: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text styles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6858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Third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9144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Fourth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11430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Fifth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0C2A0A5-6614-46B5-AADE-A6C0A8A0B848}" type="datetime">
              <a:rPr b="0" lang="en-US" sz="1000" spc="-1" strike="noStrike">
                <a:solidFill>
                  <a:srgbClr val="000000">
                    <a:alpha val="70000"/>
                  </a:srgbClr>
                </a:solidFill>
                <a:latin typeface="Gill Sans MT"/>
              </a:rPr>
              <a:t>7/18/21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1473DC50-59B5-4779-AA24-3CE77275BBB9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a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106280" y="2386800"/>
            <a:ext cx="6940080" cy="1645560"/>
          </a:xfrm>
          <a:prstGeom prst="rect">
            <a:avLst/>
          </a:prstGeom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90000"/>
              </a:lnSpc>
            </a:pP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Click to edit Master title style</a:t>
            </a:r>
            <a:endParaRPr b="0" lang="en-US" sz="35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2021400" y="4352400"/>
            <a:ext cx="5100840" cy="1264680"/>
          </a:xfrm>
          <a:prstGeom prst="rect">
            <a:avLst/>
          </a:prstGeom>
        </p:spPr>
        <p:txBody>
          <a:bodyPr anchorCtr="1">
            <a:norm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Gill Sans MT"/>
              </a:rPr>
              <a:t>Click to edit Master text styles</a:t>
            </a:r>
            <a:endParaRPr b="0" lang="en-US" sz="19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6BA1499-71E7-49FE-B3D6-5AFE50257A09}" type="datetime">
              <a:rPr b="0" lang="en-US" sz="1000" spc="-1" strike="noStrike">
                <a:solidFill>
                  <a:srgbClr val="ffffff">
                    <a:alpha val="70000"/>
                  </a:srgbClr>
                </a:solidFill>
                <a:latin typeface="Gill Sans MT"/>
              </a:rPr>
              <a:t>7/18/21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CF7DB7B3-29BD-4611-8E2F-DCAA52C1E67E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Click to edit Master title style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1102320" y="2638080"/>
            <a:ext cx="3287520" cy="31017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Click to edit Master text styles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6858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Third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9144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Fourth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11430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Fifth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753800" y="2638080"/>
            <a:ext cx="3290040" cy="31017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Click to edit Master text styles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6858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Third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9144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Fourth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11430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Fifth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46BC39F-EFAE-416C-8E75-48A876E39DE9}" type="datetime">
              <a:rPr b="0" lang="en-US" sz="1000" spc="-1" strike="noStrike">
                <a:solidFill>
                  <a:srgbClr val="000000">
                    <a:alpha val="70000"/>
                  </a:srgbClr>
                </a:solidFill>
                <a:latin typeface="Gill Sans MT"/>
              </a:rPr>
              <a:t>7/18/21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D4FE648A-48E3-471B-BA58-A44558BE8E74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/>
        </p:nvSpPr>
        <p:spPr>
          <a:xfrm>
            <a:off x="1102320" y="2386800"/>
            <a:ext cx="693900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Autofit/>
          </a:bodyPr>
          <a:p>
            <a:pPr algn="ctr">
              <a:lnSpc>
                <a:spcPct val="150000"/>
              </a:lnSpc>
            </a:pPr>
            <a:r>
              <a:rPr b="0" lang="en-US" sz="3600" spc="199" strike="noStrike" cap="all">
                <a:solidFill>
                  <a:srgbClr val="262626"/>
                </a:solidFill>
                <a:latin typeface="Gill Sans MT"/>
              </a:rPr>
              <a:t>Presentation Title</a:t>
            </a:r>
            <a:endParaRPr b="0" lang="en-US" sz="36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72" name="Subtitle 2"/>
          <p:cNvSpPr txBox="1"/>
          <p:nvPr/>
        </p:nvSpPr>
        <p:spPr>
          <a:xfrm>
            <a:off x="2021400" y="4352400"/>
            <a:ext cx="5100840" cy="1239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Gill Sans MT"/>
              </a:rPr>
              <a:t>Presentation Subtitle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/>
          <p:nvPr/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0" lang="en-US" sz="3200" spc="199" strike="noStrike" cap="all">
                <a:solidFill>
                  <a:srgbClr val="262626"/>
                </a:solidFill>
                <a:latin typeface="Gill Sans MT"/>
              </a:rPr>
              <a:t>Slide Title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4" name="Content Placeholder 2"/>
          <p:cNvSpPr txBox="1"/>
          <p:nvPr/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15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Hello, world.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/>
        </p:nvSpPr>
        <p:spPr>
          <a:xfrm>
            <a:off x="1106280" y="2386800"/>
            <a:ext cx="694008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90000"/>
              </a:lnSpc>
            </a:pPr>
            <a:r>
              <a:rPr b="0" lang="en-US" sz="3600" spc="199" strike="noStrike" cap="all">
                <a:solidFill>
                  <a:srgbClr val="262626"/>
                </a:solidFill>
                <a:latin typeface="Gill Sans MT"/>
              </a:rPr>
              <a:t>Section header</a:t>
            </a:r>
            <a:endParaRPr b="0" lang="en-US" sz="36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76" name="Text Placeholder 2"/>
          <p:cNvSpPr txBox="1"/>
          <p:nvPr/>
        </p:nvSpPr>
        <p:spPr>
          <a:xfrm>
            <a:off x="2021400" y="4352400"/>
            <a:ext cx="5100840" cy="1264680"/>
          </a:xfrm>
          <a:prstGeom prst="rect">
            <a:avLst/>
          </a:prstGeom>
          <a:noFill/>
          <a:ln w="0">
            <a:noFill/>
          </a:ln>
        </p:spPr>
        <p:txBody>
          <a:bodyPr anchorCtr="1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Gill Sans MT"/>
              </a:rPr>
              <a:t>Some explanatory text</a:t>
            </a:r>
            <a:endParaRPr b="0" lang="en-US" sz="1900" spc="-1" strike="noStrike">
              <a:solidFill>
                <a:srgbClr val="ffffff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3"/>
          <p:cNvSpPr txBox="1"/>
          <p:nvPr/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 fontScale="87000"/>
          </a:bodyPr>
          <a:p>
            <a:pPr algn="ctr">
              <a:lnSpc>
                <a:spcPct val="90000"/>
              </a:lnSpc>
            </a:pPr>
            <a:r>
              <a:rPr b="0" lang="en-US" sz="3200" spc="199" strike="noStrike" cap="all">
                <a:solidFill>
                  <a:srgbClr val="262626"/>
                </a:solidFill>
                <a:latin typeface="Gill Sans MT"/>
              </a:rPr>
              <a:t>Slide Title for Two-Content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8" name="Content Placeholder 4"/>
          <p:cNvSpPr txBox="1"/>
          <p:nvPr/>
        </p:nvSpPr>
        <p:spPr>
          <a:xfrm>
            <a:off x="1102320" y="2638080"/>
            <a:ext cx="3287520" cy="3101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Some content on the left.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>
              <a:lnSpc>
                <a:spcPct val="15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79" name="Content Placeholder 5"/>
          <p:cNvSpPr txBox="1"/>
          <p:nvPr/>
        </p:nvSpPr>
        <p:spPr>
          <a:xfrm>
            <a:off x="4753800" y="2638080"/>
            <a:ext cx="3290040" cy="3101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15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Some content on the right.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54</TotalTime>
  <Application>LibreOffice/7.1.4.2$Linux_X86_64 LibreOffice_project/10$Build-2</Application>
  <AppVersion>15.0000</AppVersion>
  <Words>49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2017-06-05T14:10:58Z</dcterms:created>
  <dc:creator>Jesse Rosenthal</dc:creator>
  <dc:description/>
  <dc:language>en-US</dc:language>
  <cp:lastModifiedBy>liubianshi </cp:lastModifiedBy>
  <dcterms:modified xsi:type="dcterms:W3CDTF">2021-07-18T10:25:06Z</dcterms:modified>
  <cp:revision>8</cp:revision>
  <dc:subject/>
  <dc:title>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(4:3)</vt:lpwstr>
  </property>
  <property fmtid="{D5CDD505-2E9C-101B-9397-08002B2CF9AE}" pid="4" name="Slides">
    <vt:i4>4</vt:i4>
  </property>
</Properties>
</file>